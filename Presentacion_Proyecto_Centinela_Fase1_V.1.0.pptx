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69" r:id="rId3"/>
    <p:sldId id="257" r:id="rId4"/>
    <p:sldId id="265" r:id="rId5"/>
    <p:sldId id="270" r:id="rId6"/>
    <p:sldId id="259" r:id="rId7"/>
    <p:sldId id="267" r:id="rId8"/>
    <p:sldId id="268" r:id="rId9"/>
    <p:sldId id="260" r:id="rId10"/>
    <p:sldId id="261" r:id="rId11"/>
    <p:sldId id="266" r:id="rId12"/>
    <p:sldId id="262" r:id="rId13"/>
    <p:sldId id="271" r:id="rId14"/>
    <p:sldId id="263" r:id="rId15"/>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1495" autoAdjust="0"/>
  </p:normalViewPr>
  <p:slideViewPr>
    <p:cSldViewPr>
      <p:cViewPr varScale="1">
        <p:scale>
          <a:sx n="43" d="100"/>
          <a:sy n="43" d="100"/>
        </p:scale>
        <p:origin x="940"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rotWithShape="1">
          <a:blip r:embed="rId2"/>
          <a:srcRect b="3781"/>
          <a:stretch/>
        </p:blipFill>
        <p:spPr>
          <a:xfrm>
            <a:off x="0" y="38100"/>
            <a:ext cx="16256000" cy="91059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rotWithShape="1">
          <a:blip r:embed="rId2"/>
          <a:srcRect b="35714"/>
          <a:stretch/>
        </p:blipFill>
        <p:spPr>
          <a:xfrm>
            <a:off x="-9161" y="-304800"/>
            <a:ext cx="16256000" cy="6019800"/>
          </a:xfrm>
          <a:prstGeom prst="rect">
            <a:avLst/>
          </a:prstGeom>
        </p:spPr>
      </p:pic>
      <p:sp>
        <p:nvSpPr>
          <p:cNvPr id="6" name="CuadroTexto 5">
            <a:extLst>
              <a:ext uri="{FF2B5EF4-FFF2-40B4-BE49-F238E27FC236}">
                <a16:creationId xmlns:a16="http://schemas.microsoft.com/office/drawing/2014/main" id="{14753823-5C1F-4270-8DF0-E48751088F23}"/>
              </a:ext>
            </a:extLst>
          </p:cNvPr>
          <p:cNvSpPr txBox="1"/>
          <p:nvPr/>
        </p:nvSpPr>
        <p:spPr>
          <a:xfrm>
            <a:off x="3098800" y="5943600"/>
            <a:ext cx="10307403" cy="2838021"/>
          </a:xfrm>
          <a:prstGeom prst="rect">
            <a:avLst/>
          </a:prstGeom>
          <a:noFill/>
        </p:spPr>
        <p:txBody>
          <a:bodyPr wrap="square">
            <a:spAutoFit/>
          </a:bodyPr>
          <a:lstStyle/>
          <a:p>
            <a:pPr>
              <a:lnSpc>
                <a:spcPct val="107000"/>
              </a:lnSpc>
              <a:spcAft>
                <a:spcPts val="800"/>
              </a:spcAft>
            </a:pPr>
            <a:r>
              <a:rPr lang="es-CO" sz="2800" b="1" kern="100" dirty="0">
                <a:effectLst/>
                <a:latin typeface="Calibri" panose="020F0502020204030204" pitchFamily="34" charset="0"/>
                <a:ea typeface="Calibri" panose="020F0502020204030204" pitchFamily="34" charset="0"/>
                <a:cs typeface="Times New Roman" panose="02020603050405020304" pitchFamily="18" charset="0"/>
              </a:rPr>
              <a:t>El Cliente:</a:t>
            </a:r>
            <a:r>
              <a:rPr lang="es-CO" sz="2800" kern="100" dirty="0">
                <a:effectLst/>
                <a:latin typeface="Calibri" panose="020F0502020204030204" pitchFamily="34" charset="0"/>
                <a:ea typeface="Calibri" panose="020F0502020204030204" pitchFamily="34" charset="0"/>
                <a:cs typeface="Times New Roman" panose="02020603050405020304" pitchFamily="18" charset="0"/>
              </a:rPr>
              <a:t> El Director de Gestión del Riesgo en Salud de una Entidad Promotora de Salud (EPS). Es un perfil gerencial y médico, no especializado en inteligencia artificial, al cual se le debe rendir cuentas sobre la tasa de aciertos del modelo y, críticamente, sobre el costo de los falsos negativos (pacientes enfermos clasificados como sanos).</a:t>
            </a:r>
          </a:p>
        </p:txBody>
      </p:sp>
    </p:spTree>
    <p:extLst>
      <p:ext uri="{BB962C8B-B14F-4D97-AF65-F5344CB8AC3E}">
        <p14:creationId xmlns:p14="http://schemas.microsoft.com/office/powerpoint/2010/main" val="2870468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rotWithShape="1">
          <a:blip r:embed="rId2"/>
          <a:srcRect b="5462"/>
          <a:stretch/>
        </p:blipFill>
        <p:spPr>
          <a:xfrm>
            <a:off x="0" y="38100"/>
            <a:ext cx="16256000" cy="91059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pic>
        <p:nvPicPr>
          <p:cNvPr id="4" name="Imagen 3">
            <a:extLst>
              <a:ext uri="{FF2B5EF4-FFF2-40B4-BE49-F238E27FC236}">
                <a16:creationId xmlns:a16="http://schemas.microsoft.com/office/drawing/2014/main" id="{92B31E18-023F-49A2-85BA-5C95564A145C}"/>
              </a:ext>
            </a:extLst>
          </p:cNvPr>
          <p:cNvPicPr>
            <a:picLocks noChangeAspect="1"/>
          </p:cNvPicPr>
          <p:nvPr/>
        </p:nvPicPr>
        <p:blipFill>
          <a:blip r:embed="rId3"/>
          <a:stretch>
            <a:fillRect/>
          </a:stretch>
        </p:blipFill>
        <p:spPr>
          <a:xfrm>
            <a:off x="1069870" y="838200"/>
            <a:ext cx="14116260" cy="7467600"/>
          </a:xfrm>
          <a:prstGeom prst="rect">
            <a:avLst/>
          </a:prstGeom>
        </p:spPr>
      </p:pic>
    </p:spTree>
    <p:extLst>
      <p:ext uri="{BB962C8B-B14F-4D97-AF65-F5344CB8AC3E}">
        <p14:creationId xmlns:p14="http://schemas.microsoft.com/office/powerpoint/2010/main" val="9720898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rotWithShape="1">
          <a:blip r:embed="rId2"/>
          <a:srcRect b="2941"/>
          <a:stretch/>
        </p:blipFill>
        <p:spPr>
          <a:xfrm>
            <a:off x="0" y="38100"/>
            <a:ext cx="16256000" cy="92583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rotWithShape="1">
          <a:blip r:embed="rId2"/>
          <a:srcRect b="2941"/>
          <a:stretch/>
        </p:blipFill>
        <p:spPr>
          <a:xfrm>
            <a:off x="0" y="38100"/>
            <a:ext cx="16256000" cy="91059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rotWithShape="1">
          <a:blip r:embed="rId2"/>
          <a:srcRect b="2941"/>
          <a:stretch/>
        </p:blipFill>
        <p:spPr>
          <a:xfrm>
            <a:off x="0" y="38100"/>
            <a:ext cx="16256000" cy="91059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rotWithShape="1">
          <a:blip r:embed="rId2"/>
          <a:srcRect b="2941"/>
          <a:stretch/>
        </p:blipFill>
        <p:spPr>
          <a:xfrm>
            <a:off x="0" y="38100"/>
            <a:ext cx="16256000" cy="92583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rotWithShape="1">
          <a:blip r:embed="rId2"/>
          <a:srcRect b="2941"/>
          <a:stretch/>
        </p:blipFill>
        <p:spPr>
          <a:xfrm>
            <a:off x="0" y="38100"/>
            <a:ext cx="16256000" cy="91059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rotWithShape="1">
          <a:blip r:embed="rId2"/>
          <a:srcRect b="2941"/>
          <a:stretch/>
        </p:blipFill>
        <p:spPr>
          <a:xfrm>
            <a:off x="0" y="38100"/>
            <a:ext cx="16256000" cy="91059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rotWithShape="1">
          <a:blip r:embed="rId2"/>
          <a:srcRect b="2941"/>
          <a:stretch/>
        </p:blipFill>
        <p:spPr>
          <a:xfrm>
            <a:off x="0" y="38100"/>
            <a:ext cx="16256000" cy="91059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1880</TotalTime>
  <Words>65</Words>
  <Application>Microsoft Office PowerPoint</Application>
  <PresentationFormat>Personalizado</PresentationFormat>
  <Paragraphs>1</Paragraphs>
  <Slides>14</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14</vt:i4>
      </vt:variant>
    </vt:vector>
  </HeadingPairs>
  <TitlesOfParts>
    <vt:vector size="17"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Asus</dc:creator>
  <cp:lastModifiedBy>Edwin Yhovany Garzon Amezquita</cp:lastModifiedBy>
  <cp:revision>8</cp:revision>
  <dcterms:created xsi:type="dcterms:W3CDTF">2006-08-16T00:00:00Z</dcterms:created>
  <dcterms:modified xsi:type="dcterms:W3CDTF">2026-07-03T04:58:07Z</dcterms:modified>
</cp:coreProperties>
</file>